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 secret word for this lecture is MARMALADE.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7: Photosynthesis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 reactions happen in the thylakoid membrane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Yields by crop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Crop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Wheat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Barley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umqu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